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Raleway" pitchFamily="2" charset="77"/>
      <p:regular r:id="rId7"/>
      <p:bold r:id="rId8"/>
      <p:italic r:id="rId9"/>
      <p:boldItalic r:id="rId10"/>
    </p:embeddedFont>
    <p:embeddedFont>
      <p:font typeface="Raleway Light" pitchFamily="2" charset="77"/>
      <p:regular r:id="rId11"/>
      <p: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pitchFamily="2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64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Documento_do_Microsoft_Word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28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Agente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Gerente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</a:t>
            </a: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Mídia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6564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C080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Gestão Autônoma de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51343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61475" y="3759795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sistema que não substitui o gestor — libera-o para pensar em estratégia enquanto a IA cuida da execução com precisão e governança.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6777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Pilares: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>
                <a:solidFill>
                  <a:srgbClr val="C080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de ponta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1677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Guardrails inegociáveis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C080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hotéis com estratégia personalizada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1677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Mais receita direta, menos OTA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184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Fim da Gestão Manual de Mídia no Grupo Wish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88322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inteligente de orçamentos de publicidade para 9 hotéis com segurança total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23485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4390727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Desafio Atual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4748411"/>
            <a:ext cx="29477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Gestão manual de 9 propriedades, dezenas de horas em planilhas, risco de descalibração e perda de impressões para OTAs.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213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15223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90568" y="4390727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Limitação Atual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0568" y="4748411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Ferramentas tradicionais não otimizam simultaneamente, regras manuais são lentas e propensas a erros, e falta governança.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5050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107060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582406" y="4390727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Visão com 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2406" y="4748411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Copiloto autônomo 24/7, realocação automática de verba, guardrails de segurança e supervisão humana via dashboard e Slack.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26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 Bastidores da Solução: Arquitetura Inteligente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6549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Uma visão simplificada e segura dos componentes tecnológicos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27201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3394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61475" y="265469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Ingestão de Dados (Connectors)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01238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APIs de Google e Meta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8495" y="227201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53394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78495" y="265469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Cérebro Analítico com IA (Reasoning Engine)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8495" y="301238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analisam dados e geram diagnósticos estratégicos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5663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82825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1475" y="394900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Governança &amp; Guardrails (Safety Engine)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4306689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Validação estrita: ±20% variação máxima, prioridade Brand Defense, teto mensal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8495" y="35663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382825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78495" y="394900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Interface Visual e Execução (Web &amp; Executor)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430668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executivo, relatórios exportáveis, aplicação de mudanças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1459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Dados: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Conexão direta com Google Ads API e Meta Graph API, com extração semanal de métricas.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Integração: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Dashboard visual com KPIs em tempo real, notificações no Slack, modo Dry-Run e supervisão humana obrigatória.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815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Impacto e a Jornada até a Entrega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6435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tangíveis, validação segura e cronograma de implementação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23485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4327723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4685407"/>
            <a:ext cx="29477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+15% a +25% de ganho em ROAS, economia de 80% do tempo da equipe, proteção contra desvios, compliance garantido.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213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15223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90568" y="4327723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Validação Segura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0568" y="4685407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controlados em modo Dry-Run, supervisão humana obrigatória, auditoria completa, aprovação via Dashboard + Slack.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5050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107060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582406" y="4327723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2406" y="4685407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1 (Concluída), Fase 2 (PMS hoteleiro), Fase 3 (Novos canais), Fase 4 (Criativos autônomos).</a:t>
            </a:r>
            <a:endParaRPr lang="en-US" sz="1300" dirty="0"/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A966DF6C-AB95-8BC4-6D2B-0135B48C8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774806"/>
              </p:ext>
            </p:extLst>
          </p:nvPr>
        </p:nvGraphicFramePr>
        <p:xfrm>
          <a:off x="1524000" y="3268663"/>
          <a:ext cx="914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4" imgW="9144000" imgH="317500" progId="Word.Document.12">
                  <p:embed/>
                </p:oleObj>
              </mc:Choice>
              <mc:Fallback>
                <p:oleObj name="Documento" r:id="rId4" imgW="9144000" imgH="317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0" y="3268663"/>
                        <a:ext cx="91440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378</Words>
  <Application>Microsoft Macintosh PowerPoint</Application>
  <PresentationFormat>Widescreen</PresentationFormat>
  <Paragraphs>46</Paragraphs>
  <Slides>4</Slides>
  <Notes>4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Roboto Bold</vt:lpstr>
      <vt:lpstr>Raleway Light</vt:lpstr>
      <vt:lpstr>Raleway</vt:lpstr>
      <vt:lpstr>Roboto</vt:lpstr>
      <vt:lpstr>Office Theme</vt:lpstr>
      <vt:lpstr>Documento do Microsoft Word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Geraldo Prezoto</cp:lastModifiedBy>
  <cp:revision>2</cp:revision>
  <dcterms:created xsi:type="dcterms:W3CDTF">2026-08-26T18:29:35Z</dcterms:created>
  <dcterms:modified xsi:type="dcterms:W3CDTF">2026-08-26T18:55:48Z</dcterms:modified>
</cp:coreProperties>
</file>