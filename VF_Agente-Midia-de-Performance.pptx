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"/>
  </p:notesMasterIdLst>
  <p:sldIdLst>
    <p:sldId id="260" r:id="rId2"/>
    <p:sldId id="257" r:id="rId3"/>
    <p:sldId id="258" r:id="rId4"/>
    <p:sldId id="259" r:id="rId5"/>
  </p:sldIdLst>
  <p:sldSz cx="12192000" cy="6858000"/>
  <p:notesSz cx="6858000" cy="12192000"/>
  <p:embeddedFontLst>
    <p:embeddedFont>
      <p:font typeface="Raleway" pitchFamily="2" charset="77"/>
      <p:regular r:id="rId7"/>
      <p:bold r:id="rId8"/>
      <p:italic r:id="rId9"/>
      <p:boldItalic r:id="rId10"/>
    </p:embeddedFont>
    <p:embeddedFont>
      <p:font typeface="Raleway Light" pitchFamily="2" charset="77"/>
      <p:regular r:id="rId11"/>
      <p:italic r:id="rId12"/>
    </p:embeddedFont>
    <p:embeddedFont>
      <p:font typeface="Roboto" panose="02000000000000000000" pitchFamily="2" charset="0"/>
      <p:regular r:id="rId13"/>
      <p:bold r:id="rId14"/>
      <p:italic r:id="rId15"/>
      <p:boldItalic r:id="rId16"/>
    </p:embeddedFont>
    <p:embeddedFont>
      <p:font typeface="Roboto Bold" panose="02000000000000000000" pitchFamily="2" charset="0"/>
      <p:regular r:id="rId17"/>
      <p:bold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EA5370-5D31-2849-BF43-65B8ACC0CF35}" v="2" dt="2026-08-26T18:58:21.0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87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microsoft.com/office/2015/10/relationships/revisionInfo" Target="revisionInfo.xml"/><Relationship Id="rId10" Type="http://schemas.openxmlformats.org/officeDocument/2006/relationships/font" Target="fonts/font4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1640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eraldopre/aicampanhas/blob/main/dashboard_governanca_1.html" TargetMode="Externa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38283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250" dirty="0" err="1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Agente</a:t>
            </a:r>
            <a:r>
              <a:rPr lang="en-US" sz="3250" dirty="0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</a:t>
            </a:r>
            <a:r>
              <a:rPr lang="en-US" sz="3250" dirty="0" err="1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Gerente</a:t>
            </a:r>
            <a:r>
              <a:rPr lang="en-US" sz="3250" dirty="0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</a:t>
            </a:r>
            <a:r>
              <a:rPr lang="en-US" sz="3250" dirty="0" err="1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Mídia</a:t>
            </a:r>
            <a:r>
              <a:rPr lang="en-US" sz="3250" dirty="0">
                <a:solidFill>
                  <a:srgbClr val="16777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de Performance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96564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C08044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Gestão Autônoma de Performance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3513435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3C3939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61475" y="3759795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 sistema que não substitui o gestor — libera-o para pensar em estratégia enquanto a IA cuida da execução com precisão e governança.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16777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Pilares: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dirty="0">
                <a:solidFill>
                  <a:srgbClr val="C080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IA de ponta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300" dirty="0">
                <a:solidFill>
                  <a:srgbClr val="1677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Guardrails inegociáveis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300" dirty="0">
                <a:solidFill>
                  <a:srgbClr val="C0804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 hotéis com estratégia personalizada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</a:t>
            </a:r>
            <a:r>
              <a:rPr lang="en-US" sz="1300" dirty="0">
                <a:solidFill>
                  <a:srgbClr val="16777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Mais receita direta, menos OTA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1844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Fim da Gestão Manual de Mídia no Grupo Wish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88322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Automação inteligente de orçamentos de publicidade para 9 hotéis com segurança total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33387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23485" y="436488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98830" y="4390727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Desafio Atual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4748411"/>
            <a:ext cx="29477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Gestão manual de 9 propriedades, dezenas de horas em planilhas, risco de descalibração e perda de impressões para OTAs.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213" y="433387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415223" y="436488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90568" y="4390727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Limitação Atual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90568" y="4748411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Ferramentas tradicionais não otimizam simultaneamente, regras manuais são lentas e propensas a erros, e falta governança.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5050" y="4333875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107060" y="4364881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582406" y="4390727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Visão com IA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82406" y="4748411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Copiloto autônomo 24/7, realocação automática de verba, guardrails de segurança e supervisão humana via dashboard e Slack.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268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Os Bastidores da Solução: Arquitetura Inteligente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65498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Uma visão simplificada e segura dos componentes tecnológicos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27201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533948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61475" y="265469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Ingestão de Dados (Connectors)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012380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APIs de Google e Meta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8495" y="227201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533948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178495" y="2654697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Cérebro Analítico com IA (Reasoning Engine)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8495" y="3012380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LLMs analisam dados e geram diagnósticos estratégicos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475" y="35663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475" y="382825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61475" y="394900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Governança &amp; Guardrails (Safety Engine)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475" y="4306689"/>
            <a:ext cx="535172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Validação estrita: ±20% variação máxima, prioridade Brand Defense, teto mensal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8495" y="3566319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495" y="3828256"/>
            <a:ext cx="5351725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178495" y="3949005"/>
            <a:ext cx="535172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Interface Visual e Execução (Web &amp; Executor)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8495" y="4306689"/>
            <a:ext cx="535172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 executivo, relatórios exportáveis, aplicação de mudanças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1475" y="514598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Dados: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Conexão direta com Google Ads API e Meta Graph API, com extração semanal de métricas.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Integração: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Dashboard visual com KPIs em tempo real, notificações no Slack, modo Dry-Run e supervisão humana obrigatória.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0674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31815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 Impacto e a Jornada até a Entrega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475" y="376435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tangíveis, validação segura e cronograma de implementação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61475" y="427087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23485" y="430187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198830" y="4327723"/>
            <a:ext cx="29477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Esperado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98830" y="4685407"/>
            <a:ext cx="29477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+15% a +25% de ganho em ROAS, economia de 80% do tempo da equipe, proteção contra desvios, compliance garantido.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53213" y="427087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4415223" y="430187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4890568" y="4327723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Validação Segura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890568" y="4685407"/>
            <a:ext cx="294781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Testes controlados em modo Dry-Run, supervisão humana obrigatória, auditoria completa, aprovação via Dashboard + Slack.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5050" y="427087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107060" y="430187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582406" y="4327723"/>
            <a:ext cx="294781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82406" y="4685407"/>
            <a:ext cx="294781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Fase 1 (Concluída), Fase 2 (PMS hoteleiro), Fase 3 (Novos canais), Fase 4 (Criativos autônomos).</a:t>
            </a:r>
            <a:endParaRPr lang="en-US" sz="1300" dirty="0"/>
          </a:p>
        </p:txBody>
      </p:sp>
      <p:graphicFrame>
        <p:nvGraphicFramePr>
          <p:cNvPr id="18" name="Objeto 17">
            <a:extLst>
              <a:ext uri="{FF2B5EF4-FFF2-40B4-BE49-F238E27FC236}">
                <a16:creationId xmlns:a16="http://schemas.microsoft.com/office/drawing/2014/main" id="{A966DF6C-AB95-8BC4-6D2B-0135B48C8C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774806"/>
              </p:ext>
            </p:extLst>
          </p:nvPr>
        </p:nvGraphicFramePr>
        <p:xfrm>
          <a:off x="1524000" y="3268663"/>
          <a:ext cx="9144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4" imgW="9144000" imgH="317500" progId="Word.Document.12">
                  <p:embed/>
                </p:oleObj>
              </mc:Choice>
              <mc:Fallback>
                <p:oleObj name="Documento" r:id="rId4" imgW="9144000" imgH="317500" progId="Word.Document.12">
                  <p:embed/>
                  <p:pic>
                    <p:nvPicPr>
                      <p:cNvPr id="18" name="Objeto 17">
                        <a:extLst>
                          <a:ext uri="{FF2B5EF4-FFF2-40B4-BE49-F238E27FC236}">
                            <a16:creationId xmlns:a16="http://schemas.microsoft.com/office/drawing/2014/main" id="{A966DF6C-AB95-8BC4-6D2B-0135B48C8C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24000" y="3268663"/>
                        <a:ext cx="9144000" cy="31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CaixaDeTexto 18">
            <a:extLst>
              <a:ext uri="{FF2B5EF4-FFF2-40B4-BE49-F238E27FC236}">
                <a16:creationId xmlns:a16="http://schemas.microsoft.com/office/drawing/2014/main" id="{BE6A9ECC-C754-40E0-0FA5-EF69DBC6AF21}"/>
              </a:ext>
            </a:extLst>
          </p:cNvPr>
          <p:cNvSpPr txBox="1"/>
          <p:nvPr/>
        </p:nvSpPr>
        <p:spPr>
          <a:xfrm>
            <a:off x="971526" y="6166338"/>
            <a:ext cx="3107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u="sng" dirty="0">
                <a:hlinkClick r:id="rId6" tooltip="dashboard_governanca_1.html"/>
              </a:rPr>
              <a:t>dashboard_governanca_1.html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385</Words>
  <Application>Microsoft Macintosh PowerPoint</Application>
  <PresentationFormat>Widescreen</PresentationFormat>
  <Paragraphs>47</Paragraphs>
  <Slides>4</Slides>
  <Notes>4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1" baseType="lpstr">
      <vt:lpstr>Arial</vt:lpstr>
      <vt:lpstr>Roboto Bold</vt:lpstr>
      <vt:lpstr>Raleway Light</vt:lpstr>
      <vt:lpstr>Raleway</vt:lpstr>
      <vt:lpstr>Roboto</vt:lpstr>
      <vt:lpstr>Office Theme</vt:lpstr>
      <vt:lpstr>Documento do Microsoft Word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Geraldo Prezoto</cp:lastModifiedBy>
  <cp:revision>2</cp:revision>
  <dcterms:created xsi:type="dcterms:W3CDTF">2026-08-26T18:29:35Z</dcterms:created>
  <dcterms:modified xsi:type="dcterms:W3CDTF">2026-08-26T18:58:35Z</dcterms:modified>
</cp:coreProperties>
</file>